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0" r:id="rId4"/>
    <p:sldId id="264" r:id="rId5"/>
    <p:sldId id="262" r:id="rId6"/>
    <p:sldId id="257" r:id="rId7"/>
    <p:sldId id="258" r:id="rId8"/>
    <p:sldId id="259" r:id="rId9"/>
    <p:sldId id="266" r:id="rId10"/>
    <p:sldId id="267" r:id="rId11"/>
    <p:sldId id="263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EBECA-DC3C-4F20-0E8B-D7732C4D34F1}" v="350" dt="2025-09-09T16:16:45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63"/>
    <p:restoredTop sz="94620" autoAdjust="0"/>
  </p:normalViewPr>
  <p:slideViewPr>
    <p:cSldViewPr snapToGrid="0">
      <p:cViewPr varScale="1">
        <p:scale>
          <a:sx n="108" d="100"/>
          <a:sy n="108" d="100"/>
        </p:scale>
        <p:origin x="3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AD4F76-BF2B-1139-6AB4-6FBF8AB01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E9B65A8-5ACF-02FC-B132-9CEA28797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388FEB2-4E6E-85CA-D45F-2CE4311E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B83F-DC95-CE47-8C3C-FE67D4991377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7D5268B-AB00-A611-821B-04B4F90D9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0F7008D-92C8-D72F-1E47-3957B288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0C744-2A1C-9945-9472-6065518A80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4397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E53974-B085-F686-0EC2-2C3006DA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15373EB-E602-E897-6EDF-955A6BE44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C144380-4512-C8B7-8078-8B360E669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B83F-DC95-CE47-8C3C-FE67D4991377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38EF212-39A7-F01F-FEE0-3E7D4B8D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C276E0-AC26-7E3A-9683-0A09CE96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0C744-2A1C-9945-9472-6065518A80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6405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094B4E-A4FA-A9B5-542F-BCA523D3A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43458DF-7877-FF60-17A4-46084E0F9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DDFA128-A239-15FA-0C60-512640AE2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B83F-DC95-CE47-8C3C-FE67D4991377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47C7C97-CF69-34DB-3D14-F32FE3AC3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BFD8706-D210-28D1-9417-E9DBEBB7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0C744-2A1C-9945-9472-6065518A80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9730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8FF0DD-80B4-8B0C-C1FA-BC3B7CA13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F75A7B-24AA-96E3-AA51-0D867B965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C435376-9A0C-0372-BC9A-F70282C96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6A52F26-1D39-EA51-F098-A7DF72CE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B83F-DC95-CE47-8C3C-FE67D4991377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D1C22F1-2BCE-F6CA-AC9B-5DF20BC5D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589D34B-F1F0-8B06-3AFC-F218A738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0C744-2A1C-9945-9472-6065518A80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4369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0D2CBB-D76D-449E-C155-5B25640D2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B8CD97F-A085-5C22-3609-065145B86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825B1CE-CA90-87D2-6270-C37B1A4AE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4FF832F-F74B-0AA0-A7EA-5DEA277DF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5B9AFCC5-60B5-FC73-F891-5248F7F292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17167629-2EDB-6536-30C2-B7361837F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B83F-DC95-CE47-8C3C-FE67D4991377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97FBD57-5819-B268-8D3F-CC3388DB1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A12E32B-E651-3DC2-BA79-9EEC6BB0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0C744-2A1C-9945-9472-6065518A80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512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DAE0BB-B5AF-3FB7-1967-CC21E68D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0EB4457-DE91-F0FA-24EE-5AAAD292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B83F-DC95-CE47-8C3C-FE67D4991377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B8F0D1E0-A549-82D2-1EDD-D92A2DA8A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CB10C92-F4B6-AEC2-7316-542DE3A7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0C744-2A1C-9945-9472-6065518A80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5991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4F7E657-B6BF-793B-CC07-DAA06FBDB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B83F-DC95-CE47-8C3C-FE67D4991377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7AF4A933-C804-3F00-AC16-E24338974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BE3538C-60E7-136B-3EBB-CA74EF32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0C744-2A1C-9945-9472-6065518A80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6541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E2D8A1-1E06-C4D9-726C-C1D15DF3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0855B6-46A8-B75F-BA49-BAC5036F0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6DEAEC0-33D0-0DAF-99EA-E2C7589BB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CADC226-4D65-5F34-536B-76B5D06EE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B83F-DC95-CE47-8C3C-FE67D4991377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2EE8917-A863-41DC-D147-D376896D9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55D0D05-FD48-68EB-60C0-38F8686D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0C744-2A1C-9945-9472-6065518A80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1028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16E72D-F2B0-EC63-09FD-66184628F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0F56C0DE-4E18-C102-1C03-F7CB504924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A4C711D-228F-B394-D49C-A2614E7BF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FF412DD-DB9D-1E64-3539-8FF4A47A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B83F-DC95-CE47-8C3C-FE67D4991377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295B602-1304-F6F7-1DDD-6EA1C82E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EFF21E9-14CC-58DD-B141-7B7DB73E5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0C744-2A1C-9945-9472-6065518A80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524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FCA158-F8CB-95CB-A481-30C5926F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BF456C6-132A-7190-5F64-AAB1DC55D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AB75D7E-7AAD-FA45-D21B-AC4262FA7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B83F-DC95-CE47-8C3C-FE67D4991377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B11C14A-6F7C-3E1A-D02F-87474F78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47EBAE4-55D4-B0D3-5859-1DB4D455A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0C744-2A1C-9945-9472-6065518A80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009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CECEA5C-111F-F9EB-C01E-35C9C980EE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3B18281-3DD6-F3BB-2FF8-9CED3F710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5E7234E-E416-B80E-8289-84DBFE6C4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B83F-DC95-CE47-8C3C-FE67D4991377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A7C20F7-76B4-5FFB-FD0E-35B3DB11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DB52613-3E64-5180-644C-4EA017B6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0C744-2A1C-9945-9472-6065518A80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9630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3888C36-5A8C-F05D-95BC-D07B2E3F4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A916108-E6AB-50A2-B174-13F4CB901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30A8E01-054A-DD23-F80A-F4384C465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E6B83F-DC95-CE47-8C3C-FE67D4991377}" type="datetimeFigureOut">
              <a:rPr lang="hu-HU" smtClean="0"/>
              <a:t>2026. 03. 31.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5CDCB2-051F-9F5E-8FF7-83E74D5F1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CB009AF-ACA3-CDDE-98F7-4978C6102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0C744-2A1C-9945-9472-6065518A805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045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9A0E48-E3D5-3FF6-BB60-35E1C486A1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Projektmunka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440C927-DC8C-30FB-EBDC-AE7C255EA4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Glökner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Gergő Walter,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Földesi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Péter, Baranovszky Bende</a:t>
            </a:r>
          </a:p>
        </p:txBody>
      </p:sp>
    </p:spTree>
    <p:extLst>
      <p:ext uri="{BB962C8B-B14F-4D97-AF65-F5344CB8AC3E}">
        <p14:creationId xmlns:p14="http://schemas.microsoft.com/office/powerpoint/2010/main" val="1411205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A7F587-271B-425F-AFB0-A21FD45D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 víziója: </a:t>
            </a:r>
            <a:r>
              <a:rPr lang="hu-HU" dirty="0" err="1"/>
              <a:t>Hypatia</a:t>
            </a:r>
            <a:endParaRPr lang="hu-H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AD84AF-4EC7-4366-A074-529DB56077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36712"/>
            <a:ext cx="10515600" cy="1070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hu-H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Hypatia</a:t>
            </a:r>
            <a:endParaRPr lang="hu-H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Nem csupán egy játék, hanem egy kapu egy sötét </a:t>
            </a:r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fantasy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világba, ahol a modern mechanikák találkoznak a klasszikus szerepjátékok hangulatával.</a:t>
            </a:r>
          </a:p>
        </p:txBody>
      </p:sp>
    </p:spTree>
    <p:extLst>
      <p:ext uri="{BB962C8B-B14F-4D97-AF65-F5344CB8AC3E}">
        <p14:creationId xmlns:p14="http://schemas.microsoft.com/office/powerpoint/2010/main" val="227640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E8CD4E-6381-4807-AA5B-CE0024A8B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6A4DDC-3049-4FEA-B9FF-CBCF8B277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5509" y="548417"/>
            <a:ext cx="7491158" cy="57611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Gill Sans MT" panose="020B0502020104020203"/>
            </a:endParaRPr>
          </a:p>
        </p:txBody>
      </p:sp>
      <p:pic>
        <p:nvPicPr>
          <p:cNvPr id="7" name="Kép 6" descr="A képen fekete-fehér, vázlat, rajz, ház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4F60D61-D749-5309-59E7-A42BAA157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92" y="1605512"/>
            <a:ext cx="6520993" cy="366805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BCB2CF-F2CE-43B5-93CB-386479577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1041" y="548418"/>
            <a:ext cx="3704425" cy="1868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Gill Sans MT" panose="020B0502020104020203"/>
            </a:endParaRPr>
          </a:p>
        </p:txBody>
      </p:sp>
      <p:pic>
        <p:nvPicPr>
          <p:cNvPr id="6" name="Kép 5" descr="A képen épület, kastély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9CA3C5E4-F060-1188-BF18-3C9074D45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902" y="757413"/>
            <a:ext cx="3372838" cy="1450319"/>
          </a:xfrm>
          <a:prstGeom prst="rect">
            <a:avLst/>
          </a:prstGeom>
        </p:spPr>
      </p:pic>
      <p:pic>
        <p:nvPicPr>
          <p:cNvPr id="4" name="Kép 3" descr="A képen rajzfilm, játék, robot, akciófigur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8CF5DA1-B300-5510-E439-F60BC1C40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902" y="2790344"/>
            <a:ext cx="3372838" cy="130744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C68A941-4039-4496-9008-274182DFF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1041" y="2529926"/>
            <a:ext cx="3704425" cy="182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Gill Sans MT" panose="020B0502020104020203"/>
            </a:endParaRPr>
          </a:p>
        </p:txBody>
      </p:sp>
      <p:pic>
        <p:nvPicPr>
          <p:cNvPr id="5" name="Kép 4" descr="A képen Tánc, rajzfilm, táncolá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B1B3CC9-CF85-939A-7E26-189AAAD584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4711" y="4606119"/>
            <a:ext cx="3007219" cy="155429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78B897E-FBB2-4D71-AA1C-3C4DA4A2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54214" y="4441273"/>
            <a:ext cx="3704425" cy="1868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Gill Sans MT" panose="020B0502020104020203"/>
            </a:endParaRPr>
          </a:p>
        </p:txBody>
      </p:sp>
      <p:sp>
        <p:nvSpPr>
          <p:cNvPr id="2" name="AutoShape 2" descr="Dead Cells - Apps on Google Play">
            <a:extLst>
              <a:ext uri="{FF2B5EF4-FFF2-40B4-BE49-F238E27FC236}">
                <a16:creationId xmlns:a16="http://schemas.microsoft.com/office/drawing/2014/main" id="{115C02B2-E5E0-4162-86C4-002BC67AEC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 dirty="0"/>
          </a:p>
        </p:txBody>
      </p:sp>
      <p:sp>
        <p:nvSpPr>
          <p:cNvPr id="3" name="AutoShape 4" descr="Dead Cells - Apps on Google Play">
            <a:extLst>
              <a:ext uri="{FF2B5EF4-FFF2-40B4-BE49-F238E27FC236}">
                <a16:creationId xmlns:a16="http://schemas.microsoft.com/office/drawing/2014/main" id="{92950B9C-AB5D-447B-8D2B-10191DA068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96375" y="29375"/>
            <a:ext cx="3704425" cy="370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8" name="AutoShape 6" descr="Dead Cells - Apps on Google Play">
            <a:extLst>
              <a:ext uri="{FF2B5EF4-FFF2-40B4-BE49-F238E27FC236}">
                <a16:creationId xmlns:a16="http://schemas.microsoft.com/office/drawing/2014/main" id="{AA6B6FF3-952B-48E8-B486-98E12C95F9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7260" y="757413"/>
            <a:ext cx="5908342" cy="311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hu-H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Ötletek, inspirációk:</a:t>
            </a:r>
          </a:p>
        </p:txBody>
      </p:sp>
    </p:spTree>
    <p:extLst>
      <p:ext uri="{BB962C8B-B14F-4D97-AF65-F5344CB8AC3E}">
        <p14:creationId xmlns:p14="http://schemas.microsoft.com/office/powerpoint/2010/main" val="342525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19A570-6E5C-4A3C-A669-CDF00C642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Játékmechanika – 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Roguelike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Élmény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75512D6-5F09-4DA3-8212-2B4389D1C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Műfaj</a:t>
            </a:r>
            <a:r>
              <a:rPr lang="hu-H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2D-s </a:t>
            </a:r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Roguelike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Action-RPG</a:t>
            </a: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Élménydús, változatos kihívások</a:t>
            </a: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Permadeath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Rendszer</a:t>
            </a: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Dinamikus Harcrendszer</a:t>
            </a:r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979A41D-267D-4BD6-9A76-478A4DC06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889" y="1975251"/>
            <a:ext cx="6728823" cy="40520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7317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27C0CF-9214-3C81-08C2-3C511BE4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Tervezett megoldások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0ECFA4-DB54-A32B-345F-AF3FCD314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Randomizált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hu-H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Stamina</a:t>
            </a:r>
            <a:endParaRPr lang="hu-H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választható karakter vagy</a:t>
            </a:r>
          </a:p>
          <a:p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Weapon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hu-H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F1D0AA7-E0E4-47C1-8069-3656FF91A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214" y="1549575"/>
            <a:ext cx="6643294" cy="37588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75989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075D13-CFB8-DA1E-5640-79038826C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Játék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9C0501-0CA0-C1E6-CC21-2BC7BACB0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pixel art</a:t>
            </a:r>
          </a:p>
          <a:p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action-platformer</a:t>
            </a:r>
            <a:endParaRPr lang="hu-H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Rogue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</a:t>
            </a: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Samurai </a:t>
            </a:r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fantasy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téma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699D821-2FF5-49EA-A82C-7C8007270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849" y="445025"/>
            <a:ext cx="7983985" cy="51567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57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F649C2-B157-97F2-96C2-6ADF876F0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Weboldal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871D13-F871-A14D-E442-7C42C1E5B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Játék neve pixel art betűtípussal</a:t>
            </a: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Játék bemutatása pár mondatban</a:t>
            </a: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Regisztrálás, bejelentkezés</a:t>
            </a: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Letölthető verziók </a:t>
            </a: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Tervek, frissítések</a:t>
            </a: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GYIK</a:t>
            </a:r>
          </a:p>
          <a:p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endParaRPr lang="hu-H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képe.PNG">
            <a:extLst>
              <a:ext uri="{FF2B5EF4-FFF2-40B4-BE49-F238E27FC236}">
                <a16:creationId xmlns:a16="http://schemas.microsoft.com/office/drawing/2014/main" id="{32907EF0-444D-4B11-8021-395A2A588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953" y="1783749"/>
            <a:ext cx="6657285" cy="329050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238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DD8D1D-AF01-6923-A015-60A34B9FB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Weboldal mögött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C29238C-6A45-85A2-0A0A-9AF0F334E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oldal számítógépre és</a:t>
            </a:r>
          </a:p>
          <a:p>
            <a:pPr marL="0" indent="0">
              <a:buNone/>
            </a:pP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telefonra optimalizálva</a:t>
            </a: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adatbázissal összekapcsolva</a:t>
            </a: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adatbázis: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Felhasználók belépési adatai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Felhasználók teljesítményei, eredményei</a:t>
            </a:r>
          </a:p>
          <a:p>
            <a:pPr marL="457200" lvl="1" indent="0">
              <a:buNone/>
            </a:pP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9E80C64-38CF-47D8-A6C2-086DD17313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6" t="30940" r="37499" b="41760"/>
          <a:stretch/>
        </p:blipFill>
        <p:spPr bwMode="auto">
          <a:xfrm>
            <a:off x="7634796" y="2175029"/>
            <a:ext cx="2627792" cy="174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424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067356-2079-44B2-9874-91A3E799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 tartalma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9E51DB7-3BA1-44F4-967F-5B8FD4E9E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Felhasználói profilok: Regisztráció és bejelentkezés után a játékosok saját statisztikákkal rendelkeznek. </a:t>
            </a:r>
          </a:p>
          <a:p>
            <a:endParaRPr lang="hu-H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Játékállapot mentése: A </a:t>
            </a:r>
            <a:r>
              <a:rPr 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Roguelike</a:t>
            </a:r>
            <a:r>
              <a:rPr 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jelleg ellenére bizonyos feloldott karakterek, állandó képességek mentése.</a:t>
            </a:r>
          </a:p>
          <a:p>
            <a:endParaRPr lang="hu-HU" dirty="0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3C4376BD-3E09-4088-9546-2252D0F4B8F5}"/>
              </a:ext>
            </a:extLst>
          </p:cNvPr>
          <p:cNvSpPr/>
          <p:nvPr/>
        </p:nvSpPr>
        <p:spPr>
          <a:xfrm>
            <a:off x="3047999" y="560732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hu-HU" dirty="0"/>
              <a:t>Bejelentkezés adatainak táblája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7EAAEE1-CE49-4FBB-B805-3134045E9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054" y="4140137"/>
            <a:ext cx="7543892" cy="101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669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82A436-8AD5-4922-B710-9B6AAFE16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Jövőbeli tervek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C2B6D2-7BE6-463A-B53D-83EBA6B0B9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82382" y="2397948"/>
            <a:ext cx="582723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hu-HU" altLang="hu-HU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Karakterfejlődés:Tapasztalati</a:t>
            </a: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pontok gyűjtése, </a:t>
            </a:r>
            <a:b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reflexek sebessége és a sebzés mértéke növelhető.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hu-HU" altLang="hu-H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Dungeon</a:t>
            </a: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-generálás: A </a:t>
            </a:r>
            <a:r>
              <a:rPr lang="hu-HU" altLang="hu-H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roguelike</a:t>
            </a: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műfajhoz hűen,</a:t>
            </a:r>
            <a:b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altLang="hu-H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véletlenszerűen felépülő 2D-s pályák.</a:t>
            </a:r>
            <a:endParaRPr kumimoji="0" lang="hu-HU" altLang="hu-HU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99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B63842-01F3-4640-A937-9501C1EAC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4181281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197</Words>
  <Application>Microsoft Office PowerPoint</Application>
  <PresentationFormat>Szélesvásznú</PresentationFormat>
  <Paragraphs>48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Gill Sans MT</vt:lpstr>
      <vt:lpstr>Times New Roman</vt:lpstr>
      <vt:lpstr>Office-téma</vt:lpstr>
      <vt:lpstr>Projektmunka</vt:lpstr>
      <vt:lpstr>A projekt víziója: Hypatia</vt:lpstr>
      <vt:lpstr>PowerPoint-bemutató</vt:lpstr>
      <vt:lpstr>Játékmechanika – A Roguelike Élmény</vt:lpstr>
      <vt:lpstr>Tervezett megoldások</vt:lpstr>
      <vt:lpstr>Játék</vt:lpstr>
      <vt:lpstr>Weboldal</vt:lpstr>
      <vt:lpstr>Weboldal mögött</vt:lpstr>
      <vt:lpstr>Adatbázis tartalma</vt:lpstr>
      <vt:lpstr>Jövőbeli tervek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Munka</dc:title>
  <dc:creator>Baranovszky Bende</dc:creator>
  <cp:lastModifiedBy>v</cp:lastModifiedBy>
  <cp:revision>290</cp:revision>
  <dcterms:created xsi:type="dcterms:W3CDTF">2025-09-09T10:26:15Z</dcterms:created>
  <dcterms:modified xsi:type="dcterms:W3CDTF">2026-03-31T11:38:47Z</dcterms:modified>
</cp:coreProperties>
</file>